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3"/>
    <p:sldMasterId id="2147483709" r:id="rId4"/>
    <p:sldMasterId id="2147483710" r:id="rId5"/>
    <p:sldMasterId id="2147483711" r:id="rId6"/>
    <p:sldMasterId id="214748371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y="6858000" cx="12192000"/>
  <p:notesSz cx="7559675" cy="10691800"/>
  <p:embeddedFontLst>
    <p:embeddedFont>
      <p:font typeface="Play"/>
      <p:regular r:id="rId16"/>
      <p:bold r:id="rId17"/>
    </p:embeddedFont>
    <p:embeddedFont>
      <p:font typeface="Montserrat SemiBold"/>
      <p:regular r:id="rId18"/>
      <p:bold r:id="rId19"/>
      <p:italic r:id="rId20"/>
      <p:boldItalic r:id="rId21"/>
    </p:embeddedFont>
    <p:embeddedFont>
      <p:font typeface="Montserrat ExtraBold"/>
      <p:bold r:id="rId22"/>
      <p:boldItalic r:id="rId23"/>
    </p:embeddedFont>
    <p:embeddedFont>
      <p:font typeface="Merriweather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MontserratExtraBold-bold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MerriweatherExtraBold-bold.fntdata"/><Relationship Id="rId23" Type="http://schemas.openxmlformats.org/officeDocument/2006/relationships/font" Target="fonts/MontserratExtraBold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25" Type="http://schemas.openxmlformats.org/officeDocument/2006/relationships/font" Target="fonts/MerriweatherExtraBold-bold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1523880" y="1122480"/>
            <a:ext cx="9144000" cy="11068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523880" y="360216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52388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61556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770724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152388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61556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770724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4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idx="1" type="subTitle"/>
          </p:nvPr>
        </p:nvSpPr>
        <p:spPr>
          <a:xfrm>
            <a:off x="1523880" y="1122480"/>
            <a:ext cx="9144000" cy="11068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3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3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1523880" y="360216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2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152388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2" type="body"/>
          </p:nvPr>
        </p:nvSpPr>
        <p:spPr>
          <a:xfrm>
            <a:off x="461556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3" type="body"/>
          </p:nvPr>
        </p:nvSpPr>
        <p:spPr>
          <a:xfrm>
            <a:off x="770724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4" type="body"/>
          </p:nvPr>
        </p:nvSpPr>
        <p:spPr>
          <a:xfrm>
            <a:off x="152388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5" type="body"/>
          </p:nvPr>
        </p:nvSpPr>
        <p:spPr>
          <a:xfrm>
            <a:off x="461556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6" type="body"/>
          </p:nvPr>
        </p:nvSpPr>
        <p:spPr>
          <a:xfrm>
            <a:off x="770724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" type="subTitle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" type="body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1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idx="1" type="subTitle"/>
          </p:nvPr>
        </p:nvSpPr>
        <p:spPr>
          <a:xfrm>
            <a:off x="1523880" y="1122480"/>
            <a:ext cx="9144000" cy="11068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3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6"/>
          <p:cNvSpPr txBox="1"/>
          <p:nvPr>
            <p:ph idx="3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7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1" type="body"/>
          </p:nvPr>
        </p:nvSpPr>
        <p:spPr>
          <a:xfrm>
            <a:off x="1523880" y="360216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2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8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8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4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9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9"/>
          <p:cNvSpPr txBox="1"/>
          <p:nvPr>
            <p:ph idx="1" type="body"/>
          </p:nvPr>
        </p:nvSpPr>
        <p:spPr>
          <a:xfrm>
            <a:off x="152388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9"/>
          <p:cNvSpPr txBox="1"/>
          <p:nvPr>
            <p:ph idx="2" type="body"/>
          </p:nvPr>
        </p:nvSpPr>
        <p:spPr>
          <a:xfrm>
            <a:off x="461556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9"/>
          <p:cNvSpPr txBox="1"/>
          <p:nvPr>
            <p:ph idx="3" type="body"/>
          </p:nvPr>
        </p:nvSpPr>
        <p:spPr>
          <a:xfrm>
            <a:off x="770724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9"/>
          <p:cNvSpPr txBox="1"/>
          <p:nvPr>
            <p:ph idx="4" type="body"/>
          </p:nvPr>
        </p:nvSpPr>
        <p:spPr>
          <a:xfrm>
            <a:off x="152388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9"/>
          <p:cNvSpPr txBox="1"/>
          <p:nvPr>
            <p:ph idx="5" type="body"/>
          </p:nvPr>
        </p:nvSpPr>
        <p:spPr>
          <a:xfrm>
            <a:off x="461556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9"/>
          <p:cNvSpPr txBox="1"/>
          <p:nvPr>
            <p:ph idx="6" type="body"/>
          </p:nvPr>
        </p:nvSpPr>
        <p:spPr>
          <a:xfrm>
            <a:off x="770724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2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42"/>
          <p:cNvSpPr txBox="1"/>
          <p:nvPr>
            <p:ph idx="1" type="subTitle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3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3"/>
          <p:cNvSpPr txBox="1"/>
          <p:nvPr>
            <p:ph idx="1" type="body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4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4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4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5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/>
          <p:nvPr>
            <p:ph idx="1" type="subTitle"/>
          </p:nvPr>
        </p:nvSpPr>
        <p:spPr>
          <a:xfrm>
            <a:off x="1523880" y="1122480"/>
            <a:ext cx="9144000" cy="11068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7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7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7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7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8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48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8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8"/>
          <p:cNvSpPr txBox="1"/>
          <p:nvPr>
            <p:ph idx="3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9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9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9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9"/>
          <p:cNvSpPr txBox="1"/>
          <p:nvPr>
            <p:ph idx="3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0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0"/>
          <p:cNvSpPr txBox="1"/>
          <p:nvPr>
            <p:ph idx="1" type="body"/>
          </p:nvPr>
        </p:nvSpPr>
        <p:spPr>
          <a:xfrm>
            <a:off x="1523880" y="360216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0"/>
          <p:cNvSpPr txBox="1"/>
          <p:nvPr>
            <p:ph idx="2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1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51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51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51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51"/>
          <p:cNvSpPr txBox="1"/>
          <p:nvPr>
            <p:ph idx="4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2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52"/>
          <p:cNvSpPr txBox="1"/>
          <p:nvPr>
            <p:ph idx="1" type="body"/>
          </p:nvPr>
        </p:nvSpPr>
        <p:spPr>
          <a:xfrm>
            <a:off x="152388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52"/>
          <p:cNvSpPr txBox="1"/>
          <p:nvPr>
            <p:ph idx="2" type="body"/>
          </p:nvPr>
        </p:nvSpPr>
        <p:spPr>
          <a:xfrm>
            <a:off x="461556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52"/>
          <p:cNvSpPr txBox="1"/>
          <p:nvPr>
            <p:ph idx="3" type="body"/>
          </p:nvPr>
        </p:nvSpPr>
        <p:spPr>
          <a:xfrm>
            <a:off x="770724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2"/>
          <p:cNvSpPr txBox="1"/>
          <p:nvPr>
            <p:ph idx="4" type="body"/>
          </p:nvPr>
        </p:nvSpPr>
        <p:spPr>
          <a:xfrm>
            <a:off x="152388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2"/>
          <p:cNvSpPr txBox="1"/>
          <p:nvPr>
            <p:ph idx="5" type="body"/>
          </p:nvPr>
        </p:nvSpPr>
        <p:spPr>
          <a:xfrm>
            <a:off x="461556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2"/>
          <p:cNvSpPr txBox="1"/>
          <p:nvPr>
            <p:ph idx="6" type="body"/>
          </p:nvPr>
        </p:nvSpPr>
        <p:spPr>
          <a:xfrm>
            <a:off x="770724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5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55"/>
          <p:cNvSpPr txBox="1"/>
          <p:nvPr>
            <p:ph idx="1" type="subTitle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6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6"/>
          <p:cNvSpPr txBox="1"/>
          <p:nvPr>
            <p:ph idx="1" type="body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7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7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9" name="Google Shape;239;p57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8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9"/>
          <p:cNvSpPr txBox="1"/>
          <p:nvPr>
            <p:ph idx="1" type="subTitle"/>
          </p:nvPr>
        </p:nvSpPr>
        <p:spPr>
          <a:xfrm>
            <a:off x="1523880" y="1122480"/>
            <a:ext cx="9144000" cy="11068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0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60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7" name="Google Shape;247;p60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8" name="Google Shape;248;p60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1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1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2" name="Google Shape;252;p61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3" name="Google Shape;253;p61"/>
          <p:cNvSpPr txBox="1"/>
          <p:nvPr>
            <p:ph idx="3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2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62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7" name="Google Shape;257;p62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8" name="Google Shape;258;p62"/>
          <p:cNvSpPr txBox="1"/>
          <p:nvPr>
            <p:ph idx="3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3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63"/>
          <p:cNvSpPr txBox="1"/>
          <p:nvPr>
            <p:ph idx="1" type="body"/>
          </p:nvPr>
        </p:nvSpPr>
        <p:spPr>
          <a:xfrm>
            <a:off x="1523880" y="360216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2" name="Google Shape;262;p63"/>
          <p:cNvSpPr txBox="1"/>
          <p:nvPr>
            <p:ph idx="2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4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64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6" name="Google Shape;266;p64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7" name="Google Shape;267;p64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8" name="Google Shape;268;p64"/>
          <p:cNvSpPr txBox="1"/>
          <p:nvPr>
            <p:ph idx="4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5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65"/>
          <p:cNvSpPr txBox="1"/>
          <p:nvPr>
            <p:ph idx="1" type="body"/>
          </p:nvPr>
        </p:nvSpPr>
        <p:spPr>
          <a:xfrm>
            <a:off x="152388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2" name="Google Shape;272;p65"/>
          <p:cNvSpPr txBox="1"/>
          <p:nvPr>
            <p:ph idx="2" type="body"/>
          </p:nvPr>
        </p:nvSpPr>
        <p:spPr>
          <a:xfrm>
            <a:off x="461556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3" name="Google Shape;273;p65"/>
          <p:cNvSpPr txBox="1"/>
          <p:nvPr>
            <p:ph idx="3" type="body"/>
          </p:nvPr>
        </p:nvSpPr>
        <p:spPr>
          <a:xfrm>
            <a:off x="770724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4" name="Google Shape;274;p65"/>
          <p:cNvSpPr txBox="1"/>
          <p:nvPr>
            <p:ph idx="4" type="body"/>
          </p:nvPr>
        </p:nvSpPr>
        <p:spPr>
          <a:xfrm>
            <a:off x="152388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5" name="Google Shape;275;p65"/>
          <p:cNvSpPr txBox="1"/>
          <p:nvPr>
            <p:ph idx="5" type="body"/>
          </p:nvPr>
        </p:nvSpPr>
        <p:spPr>
          <a:xfrm>
            <a:off x="461556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6" name="Google Shape;276;p65"/>
          <p:cNvSpPr txBox="1"/>
          <p:nvPr>
            <p:ph idx="6" type="body"/>
          </p:nvPr>
        </p:nvSpPr>
        <p:spPr>
          <a:xfrm>
            <a:off x="770724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27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8" name="Google Shape;118;p27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0"/>
          <p:cNvSpPr txBox="1"/>
          <p:nvPr>
            <p:ph type="title"/>
          </p:nvPr>
        </p:nvSpPr>
        <p:spPr>
          <a:xfrm>
            <a:off x="831960" y="1709640"/>
            <a:ext cx="10515600" cy="2852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0" name="Google Shape;170;p40"/>
          <p:cNvSpPr txBox="1"/>
          <p:nvPr>
            <p:ph idx="1" type="body"/>
          </p:nvPr>
        </p:nvSpPr>
        <p:spPr>
          <a:xfrm>
            <a:off x="831960" y="4589640"/>
            <a:ext cx="10515600" cy="150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1" name="Google Shape;171;p40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2" name="Google Shape;172;p40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3" name="Google Shape;173;p40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4" name="Google Shape;224;p53"/>
          <p:cNvSpPr txBox="1"/>
          <p:nvPr>
            <p:ph idx="2" type="title"/>
          </p:nvPr>
        </p:nvSpPr>
        <p:spPr>
          <a:xfrm>
            <a:off x="838080" y="1825560"/>
            <a:ext cx="518148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5" name="Google Shape;225;p53"/>
          <p:cNvSpPr txBox="1"/>
          <p:nvPr>
            <p:ph idx="3" type="title"/>
          </p:nvPr>
        </p:nvSpPr>
        <p:spPr>
          <a:xfrm>
            <a:off x="6172200" y="1825560"/>
            <a:ext cx="518148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6" name="Google Shape;226;p53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7" name="Google Shape;227;p53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8" name="Google Shape;228;p53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6"/>
          <p:cNvSpPr txBox="1"/>
          <p:nvPr/>
        </p:nvSpPr>
        <p:spPr>
          <a:xfrm>
            <a:off x="762120" y="5074200"/>
            <a:ext cx="10109160" cy="597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ES" sz="3600" u="none" cap="none" strike="noStrike">
                <a:solidFill>
                  <a:srgbClr val="E97132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Proyecto Restaurante</a:t>
            </a:r>
            <a:r>
              <a:rPr b="0" i="0" lang="es-ES" sz="36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 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66"/>
          <p:cNvSpPr txBox="1"/>
          <p:nvPr/>
        </p:nvSpPr>
        <p:spPr>
          <a:xfrm>
            <a:off x="762120" y="5672160"/>
            <a:ext cx="10109160" cy="54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ES" sz="1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By Grupo 2</a:t>
            </a:r>
            <a:endParaRPr i="0" sz="1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3" name="Google Shape;283;p66"/>
          <p:cNvSpPr/>
          <p:nvPr/>
        </p:nvSpPr>
        <p:spPr>
          <a:xfrm>
            <a:off x="0" y="0"/>
            <a:ext cx="12192120" cy="43902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2F2F2">
              <a:alpha val="65098"/>
            </a:srgbClr>
          </a:solidFill>
          <a:ln>
            <a:noFill/>
          </a:ln>
        </p:spPr>
      </p:sp>
      <p:pic>
        <p:nvPicPr>
          <p:cNvPr descr="Logotipo, nombre de la empresa&#10;&#10;El contenido generado por IA puede ser incorrecto." id="284" name="Google Shape;284;p66"/>
          <p:cNvPicPr preferRelativeResize="0"/>
          <p:nvPr/>
        </p:nvPicPr>
        <p:blipFill rotWithShape="1">
          <a:blip r:embed="rId3">
            <a:alphaModFix/>
          </a:blip>
          <a:srcRect b="0" l="1170" r="261" t="3493"/>
          <a:stretch/>
        </p:blipFill>
        <p:spPr>
          <a:xfrm>
            <a:off x="660960" y="646560"/>
            <a:ext cx="10665720" cy="31064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66"/>
          <p:cNvCxnSpPr/>
          <p:nvPr/>
        </p:nvCxnSpPr>
        <p:spPr>
          <a:xfrm>
            <a:off x="865080" y="4811400"/>
            <a:ext cx="737280" cy="360"/>
          </a:xfrm>
          <a:prstGeom prst="straightConnector1">
            <a:avLst/>
          </a:prstGeom>
          <a:noFill/>
          <a:ln cap="flat" cmpd="sng" w="57225">
            <a:solidFill>
              <a:srgbClr val="0F9ED5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7"/>
          <p:cNvSpPr/>
          <p:nvPr/>
        </p:nvSpPr>
        <p:spPr>
          <a:xfrm>
            <a:off x="2880" y="0"/>
            <a:ext cx="1218888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91" name="Google Shape;291;p67"/>
          <p:cNvSpPr/>
          <p:nvPr/>
        </p:nvSpPr>
        <p:spPr>
          <a:xfrm>
            <a:off x="0" y="0"/>
            <a:ext cx="4167360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7"/>
          <p:cNvSpPr txBox="1"/>
          <p:nvPr/>
        </p:nvSpPr>
        <p:spPr>
          <a:xfrm>
            <a:off x="686880" y="1153440"/>
            <a:ext cx="3200400" cy="446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ES" sz="44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EQUIPO</a:t>
            </a:r>
            <a:endParaRPr i="0" sz="4400" u="none" cap="none" strike="noStrike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93" name="Google Shape;293;p67"/>
          <p:cNvSpPr txBox="1"/>
          <p:nvPr/>
        </p:nvSpPr>
        <p:spPr>
          <a:xfrm>
            <a:off x="4447440" y="591480"/>
            <a:ext cx="6906600" cy="55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•"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👤 </a:t>
            </a:r>
            <a: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  <a:t>Diego</a:t>
            </a:r>
            <a:b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i="0" sz="2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•"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👤 </a:t>
            </a:r>
            <a: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  <a:t>David</a:t>
            </a:r>
            <a:b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sz="2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•"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👤 </a:t>
            </a:r>
            <a: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  <a:t>Alejandro</a:t>
            </a:r>
            <a:endParaRPr i="0" sz="28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Char char="•"/>
            </a:pPr>
            <a:r>
              <a:rPr lang="es-ES"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👤 Adrian</a:t>
            </a:r>
            <a:endParaRPr sz="28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8"/>
          <p:cNvSpPr/>
          <p:nvPr/>
        </p:nvSpPr>
        <p:spPr>
          <a:xfrm>
            <a:off x="2880" y="0"/>
            <a:ext cx="1218888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99" name="Google Shape;299;p68"/>
          <p:cNvSpPr/>
          <p:nvPr/>
        </p:nvSpPr>
        <p:spPr>
          <a:xfrm>
            <a:off x="0" y="0"/>
            <a:ext cx="4167360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8"/>
          <p:cNvSpPr txBox="1"/>
          <p:nvPr/>
        </p:nvSpPr>
        <p:spPr>
          <a:xfrm>
            <a:off x="686880" y="1153440"/>
            <a:ext cx="3200400" cy="446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ES" sz="3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CONTEXTO OBJETIVO PROYECTO</a:t>
            </a:r>
            <a:endParaRPr i="0" sz="3600" u="none" cap="none" strike="noStrike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01" name="Google Shape;301;p68"/>
          <p:cNvSpPr txBox="1"/>
          <p:nvPr/>
        </p:nvSpPr>
        <p:spPr>
          <a:xfrm>
            <a:off x="4447440" y="591480"/>
            <a:ext cx="6906600" cy="55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i="0" sz="2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•"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Facilitar la compra online</a:t>
            </a:r>
            <a:b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i="0" sz="2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•"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Productos Reales Y de Calidad </a:t>
            </a:r>
            <a:b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i="0" sz="2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•"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Seguridad de usuario</a:t>
            </a:r>
            <a:endParaRPr i="0" sz="2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2" name="Google Shape;302;p68"/>
          <p:cNvSpPr txBox="1"/>
          <p:nvPr/>
        </p:nvSpPr>
        <p:spPr>
          <a:xfrm>
            <a:off x="4556520" y="274320"/>
            <a:ext cx="69666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ES" sz="32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Empresa dedicada a Suplementos deportivos y Ropaje de Marcas al mejor precio: </a:t>
            </a:r>
            <a:endParaRPr i="0" sz="32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9"/>
          <p:cNvSpPr/>
          <p:nvPr/>
        </p:nvSpPr>
        <p:spPr>
          <a:xfrm>
            <a:off x="0" y="0"/>
            <a:ext cx="1218888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8" name="Google Shape;308;p69"/>
          <p:cNvSpPr/>
          <p:nvPr/>
        </p:nvSpPr>
        <p:spPr>
          <a:xfrm>
            <a:off x="1310760" y="0"/>
            <a:ext cx="9570600" cy="6858000"/>
          </a:xfrm>
          <a:custGeom>
            <a:rect b="b" l="l" r="r" t="t"/>
            <a:pathLst>
              <a:path extrusionOk="0" h="5150263" w="7190328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rgbClr val="E97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9"/>
          <p:cNvSpPr txBox="1"/>
          <p:nvPr/>
        </p:nvSpPr>
        <p:spPr>
          <a:xfrm>
            <a:off x="2558880" y="955440"/>
            <a:ext cx="7074720" cy="289908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ES" sz="6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</a:t>
            </a:r>
            <a:endParaRPr i="0" sz="6600" u="none" cap="none" strike="noStrike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0" name="Google Shape;310;p69"/>
          <p:cNvSpPr txBox="1"/>
          <p:nvPr/>
        </p:nvSpPr>
        <p:spPr>
          <a:xfrm>
            <a:off x="2634840" y="4533840"/>
            <a:ext cx="6930360" cy="938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ES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¡Echamos un vistazo a la página!</a:t>
            </a:r>
            <a:endParaRPr i="0" sz="24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1" name="Google Shape;311;p69"/>
          <p:cNvSpPr/>
          <p:nvPr/>
        </p:nvSpPr>
        <p:spPr>
          <a:xfrm>
            <a:off x="3974040" y="4173480"/>
            <a:ext cx="4243680" cy="18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cap="flat" cmpd="sng" w="41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0"/>
          <p:cNvSpPr/>
          <p:nvPr/>
        </p:nvSpPr>
        <p:spPr>
          <a:xfrm>
            <a:off x="2880" y="0"/>
            <a:ext cx="1218888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17" name="Google Shape;317;p70"/>
          <p:cNvSpPr/>
          <p:nvPr/>
        </p:nvSpPr>
        <p:spPr>
          <a:xfrm>
            <a:off x="0" y="0"/>
            <a:ext cx="4167360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0"/>
          <p:cNvSpPr txBox="1"/>
          <p:nvPr/>
        </p:nvSpPr>
        <p:spPr>
          <a:xfrm>
            <a:off x="686880" y="1153440"/>
            <a:ext cx="3200400" cy="446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ES" sz="28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DESARROLLOS FUTUROS:</a:t>
            </a:r>
            <a:endParaRPr i="0" sz="2800" u="none" cap="none" strike="noStrike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9" name="Google Shape;319;p70"/>
          <p:cNvSpPr txBox="1"/>
          <p:nvPr/>
        </p:nvSpPr>
        <p:spPr>
          <a:xfrm>
            <a:off x="4447440" y="591480"/>
            <a:ext cx="6906600" cy="55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▢"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  <a:t>Sistema de pagos online con Paypal</a:t>
            </a:r>
            <a:b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i="0" sz="2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▢"/>
            </a:pPr>
            <a: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  <a:t>Aplicación móvil </a:t>
            </a:r>
            <a:b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i="0" sz="2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▢"/>
            </a:pPr>
            <a: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  <a:t>Programa de fidelización </a:t>
            </a:r>
            <a:b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i="0" sz="2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▢"/>
            </a:pPr>
            <a: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  <a:t>Recuperación</a:t>
            </a:r>
            <a: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  <a:t> de Contraseña de Cuenta</a:t>
            </a:r>
            <a:br>
              <a:rPr lang="es-ES" sz="2800"/>
            </a:b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1"/>
          <p:cNvSpPr/>
          <p:nvPr/>
        </p:nvSpPr>
        <p:spPr>
          <a:xfrm>
            <a:off x="2880" y="0"/>
            <a:ext cx="1218888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25" name="Google Shape;325;p71"/>
          <p:cNvSpPr/>
          <p:nvPr/>
        </p:nvSpPr>
        <p:spPr>
          <a:xfrm>
            <a:off x="0" y="0"/>
            <a:ext cx="4167360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1"/>
          <p:cNvSpPr txBox="1"/>
          <p:nvPr/>
        </p:nvSpPr>
        <p:spPr>
          <a:xfrm>
            <a:off x="686880" y="1153440"/>
            <a:ext cx="3200400" cy="446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ES" sz="31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CONCLUSIONES</a:t>
            </a:r>
            <a:endParaRPr i="0" sz="3100" u="none" cap="none" strike="noStrike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27" name="Google Shape;327;p71"/>
          <p:cNvSpPr txBox="1"/>
          <p:nvPr/>
        </p:nvSpPr>
        <p:spPr>
          <a:xfrm>
            <a:off x="4447440" y="591480"/>
            <a:ext cx="6906600" cy="55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✓"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Se ha desarrollado una plataforma funcional.</a:t>
            </a:r>
            <a:b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i="0" sz="2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✓"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interfaz es intuitiva y moderna.</a:t>
            </a:r>
            <a:b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i="0" sz="2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Char char="✓"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 proyecto cubre necesidades reales del sector fitness.</a:t>
            </a:r>
            <a:br>
              <a:rPr lang="es-ES" sz="2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i="0" sz="2800" u="none" cap="none" strike="noStrike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✓"/>
            </a:pPr>
            <a:r>
              <a:rPr i="0" lang="es-E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Existe potencial para futuras ampliaciones.</a:t>
            </a:r>
            <a:br>
              <a:rPr lang="es-ES" sz="2800"/>
            </a:b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2"/>
          <p:cNvSpPr/>
          <p:nvPr/>
        </p:nvSpPr>
        <p:spPr>
          <a:xfrm>
            <a:off x="0" y="0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33" name="Google Shape;333;p72"/>
          <p:cNvSpPr txBox="1"/>
          <p:nvPr/>
        </p:nvSpPr>
        <p:spPr>
          <a:xfrm>
            <a:off x="639000" y="3577320"/>
            <a:ext cx="10909800" cy="168768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ES" sz="6600" u="none" cap="none" strike="noStrik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¡GRACIAS!</a:t>
            </a:r>
            <a:endParaRPr i="0" sz="6600" u="none" cap="none" strike="noStrike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34" name="Google Shape;334;p72"/>
          <p:cNvSpPr txBox="1"/>
          <p:nvPr/>
        </p:nvSpPr>
        <p:spPr>
          <a:xfrm>
            <a:off x="639000" y="5660640"/>
            <a:ext cx="10909800" cy="552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, nombre de la empresa&#10;&#10;El contenido generado por IA puede ser incorrecto." id="335" name="Google Shape;33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880" y="1004760"/>
            <a:ext cx="6439680" cy="1915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72"/>
          <p:cNvSpPr/>
          <p:nvPr/>
        </p:nvSpPr>
        <p:spPr>
          <a:xfrm>
            <a:off x="3807720" y="5509080"/>
            <a:ext cx="4572000" cy="18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97132"/>
          </a:solidFill>
          <a:ln cap="flat" cmpd="sng" w="41400">
            <a:solidFill>
              <a:srgbClr val="E9713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